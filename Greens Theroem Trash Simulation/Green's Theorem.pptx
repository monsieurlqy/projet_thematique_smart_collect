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BF780-4002-4397-94B2-C96060A0B5DA}" v="2" dt="2025-11-16T17:58:52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6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dney Austin" userId="cc085d41b8b4e11c" providerId="LiveId" clId="{DC02ECA7-D802-4442-B450-A77406BD7962}"/>
    <pc:docChg chg="addSld modSld">
      <pc:chgData name="Sydney Austin" userId="cc085d41b8b4e11c" providerId="LiveId" clId="{DC02ECA7-D802-4442-B450-A77406BD7962}" dt="2025-11-16T17:58:52.965" v="35"/>
      <pc:docMkLst>
        <pc:docMk/>
      </pc:docMkLst>
      <pc:sldChg chg="new">
        <pc:chgData name="Sydney Austin" userId="cc085d41b8b4e11c" providerId="LiveId" clId="{DC02ECA7-D802-4442-B450-A77406BD7962}" dt="2025-11-16T17:47:57.906" v="0" actId="680"/>
        <pc:sldMkLst>
          <pc:docMk/>
          <pc:sldMk cId="2122840650" sldId="256"/>
        </pc:sldMkLst>
      </pc:sldChg>
      <pc:sldChg chg="addSp delSp modSp new mod">
        <pc:chgData name="Sydney Austin" userId="cc085d41b8b4e11c" providerId="LiveId" clId="{DC02ECA7-D802-4442-B450-A77406BD7962}" dt="2025-11-16T17:48:48.713" v="32" actId="1076"/>
        <pc:sldMkLst>
          <pc:docMk/>
          <pc:sldMk cId="1560164267" sldId="257"/>
        </pc:sldMkLst>
        <pc:spChg chg="mod">
          <ac:chgData name="Sydney Austin" userId="cc085d41b8b4e11c" providerId="LiveId" clId="{DC02ECA7-D802-4442-B450-A77406BD7962}" dt="2025-11-16T17:48:16.058" v="29" actId="20577"/>
          <ac:spMkLst>
            <pc:docMk/>
            <pc:sldMk cId="1560164267" sldId="257"/>
            <ac:spMk id="2" creationId="{E9702575-900E-4F54-604F-07B594551745}"/>
          </ac:spMkLst>
        </pc:spChg>
        <pc:spChg chg="del">
          <ac:chgData name="Sydney Austin" userId="cc085d41b8b4e11c" providerId="LiveId" clId="{DC02ECA7-D802-4442-B450-A77406BD7962}" dt="2025-11-16T17:48:43.652" v="30" actId="22"/>
          <ac:spMkLst>
            <pc:docMk/>
            <pc:sldMk cId="1560164267" sldId="257"/>
            <ac:spMk id="3" creationId="{C0B1F60C-F059-D1FF-991A-D73955C22E2D}"/>
          </ac:spMkLst>
        </pc:spChg>
        <pc:picChg chg="add mod ord">
          <ac:chgData name="Sydney Austin" userId="cc085d41b8b4e11c" providerId="LiveId" clId="{DC02ECA7-D802-4442-B450-A77406BD7962}" dt="2025-11-16T17:48:48.713" v="32" actId="1076"/>
          <ac:picMkLst>
            <pc:docMk/>
            <pc:sldMk cId="1560164267" sldId="257"/>
            <ac:picMk id="5" creationId="{DA978167-6322-BEE7-E113-997220A110AF}"/>
          </ac:picMkLst>
        </pc:picChg>
      </pc:sldChg>
      <pc:sldChg chg="addSp modSp new">
        <pc:chgData name="Sydney Austin" userId="cc085d41b8b4e11c" providerId="LiveId" clId="{DC02ECA7-D802-4442-B450-A77406BD7962}" dt="2025-11-16T17:58:52.965" v="35"/>
        <pc:sldMkLst>
          <pc:docMk/>
          <pc:sldMk cId="175490889" sldId="258"/>
        </pc:sldMkLst>
        <pc:spChg chg="add mod">
          <ac:chgData name="Sydney Austin" userId="cc085d41b8b4e11c" providerId="LiveId" clId="{DC02ECA7-D802-4442-B450-A77406BD7962}" dt="2025-11-16T17:58:52.965" v="35"/>
          <ac:spMkLst>
            <pc:docMk/>
            <pc:sldMk cId="175490889" sldId="258"/>
            <ac:spMk id="6" creationId="{65F61C04-30E5-5F44-1BE6-C3E18E2FA809}"/>
          </ac:spMkLst>
        </pc:spChg>
        <pc:spChg chg="add mod">
          <ac:chgData name="Sydney Austin" userId="cc085d41b8b4e11c" providerId="LiveId" clId="{DC02ECA7-D802-4442-B450-A77406BD7962}" dt="2025-11-16T17:58:50.967" v="34"/>
          <ac:spMkLst>
            <pc:docMk/>
            <pc:sldMk cId="175490889" sldId="258"/>
            <ac:spMk id="8" creationId="{D62FC112-95B7-8C29-2E44-75E5EDCD6C99}"/>
          </ac:spMkLst>
        </pc:spChg>
        <pc:spChg chg="mod">
          <ac:chgData name="Sydney Austin" userId="cc085d41b8b4e11c" providerId="LiveId" clId="{DC02ECA7-D802-4442-B450-A77406BD7962}" dt="2025-11-16T17:58:52.965" v="35"/>
          <ac:spMkLst>
            <pc:docMk/>
            <pc:sldMk cId="175490889" sldId="258"/>
            <ac:spMk id="9" creationId="{AD498B09-ABCF-0BF5-6287-319ADE08A8CD}"/>
          </ac:spMkLst>
        </pc:spChg>
        <pc:spChg chg="add mod">
          <ac:chgData name="Sydney Austin" userId="cc085d41b8b4e11c" providerId="LiveId" clId="{DC02ECA7-D802-4442-B450-A77406BD7962}" dt="2025-11-16T17:58:50.967" v="34"/>
          <ac:spMkLst>
            <pc:docMk/>
            <pc:sldMk cId="175490889" sldId="258"/>
            <ac:spMk id="10" creationId="{E795FF38-3144-185E-1543-184CCD20CF79}"/>
          </ac:spMkLst>
        </pc:spChg>
        <pc:spChg chg="add mod">
          <ac:chgData name="Sydney Austin" userId="cc085d41b8b4e11c" providerId="LiveId" clId="{DC02ECA7-D802-4442-B450-A77406BD7962}" dt="2025-11-16T17:58:52.965" v="35"/>
          <ac:spMkLst>
            <pc:docMk/>
            <pc:sldMk cId="175490889" sldId="258"/>
            <ac:spMk id="11" creationId="{9F35C831-0DA5-D8C1-8AD5-130E02F7DDBE}"/>
          </ac:spMkLst>
        </pc:spChg>
        <pc:spChg chg="mod">
          <ac:chgData name="Sydney Austin" userId="cc085d41b8b4e11c" providerId="LiveId" clId="{DC02ECA7-D802-4442-B450-A77406BD7962}" dt="2025-11-16T17:58:52.965" v="35"/>
          <ac:spMkLst>
            <pc:docMk/>
            <pc:sldMk cId="175490889" sldId="258"/>
            <ac:spMk id="12" creationId="{E3F9754C-0961-5BF4-9AEB-581591107329}"/>
          </ac:spMkLst>
        </pc:spChg>
        <pc:spChg chg="mod">
          <ac:chgData name="Sydney Austin" userId="cc085d41b8b4e11c" providerId="LiveId" clId="{DC02ECA7-D802-4442-B450-A77406BD7962}" dt="2025-11-16T17:58:52.965" v="35"/>
          <ac:spMkLst>
            <pc:docMk/>
            <pc:sldMk cId="175490889" sldId="258"/>
            <ac:spMk id="15" creationId="{B65E2169-10AF-A6F2-7CEF-6F9104F1E765}"/>
          </ac:spMkLst>
        </pc:spChg>
        <pc:spChg chg="add mod">
          <ac:chgData name="Sydney Austin" userId="cc085d41b8b4e11c" providerId="LiveId" clId="{DC02ECA7-D802-4442-B450-A77406BD7962}" dt="2025-11-16T17:58:52.965" v="35"/>
          <ac:spMkLst>
            <pc:docMk/>
            <pc:sldMk cId="175490889" sldId="258"/>
            <ac:spMk id="16" creationId="{1ABF3FA4-AA30-10FA-39E5-25B03EDCB258}"/>
          </ac:spMkLst>
        </pc:spChg>
        <pc:spChg chg="add mod">
          <ac:chgData name="Sydney Austin" userId="cc085d41b8b4e11c" providerId="LiveId" clId="{DC02ECA7-D802-4442-B450-A77406BD7962}" dt="2025-11-16T17:58:52.965" v="35"/>
          <ac:spMkLst>
            <pc:docMk/>
            <pc:sldMk cId="175490889" sldId="258"/>
            <ac:spMk id="17" creationId="{D298E3A3-D98E-F79E-41A2-C3CEE019610B}"/>
          </ac:spMkLst>
        </pc:spChg>
        <pc:spChg chg="add mod">
          <ac:chgData name="Sydney Austin" userId="cc085d41b8b4e11c" providerId="LiveId" clId="{DC02ECA7-D802-4442-B450-A77406BD7962}" dt="2025-11-16T17:58:50.967" v="34"/>
          <ac:spMkLst>
            <pc:docMk/>
            <pc:sldMk cId="175490889" sldId="258"/>
            <ac:spMk id="18" creationId="{E2378A84-E9F9-FA10-3492-0F8E16C12F42}"/>
          </ac:spMkLst>
        </pc:spChg>
        <pc:spChg chg="add mod">
          <ac:chgData name="Sydney Austin" userId="cc085d41b8b4e11c" providerId="LiveId" clId="{DC02ECA7-D802-4442-B450-A77406BD7962}" dt="2025-11-16T17:58:50.967" v="34"/>
          <ac:spMkLst>
            <pc:docMk/>
            <pc:sldMk cId="175490889" sldId="258"/>
            <ac:spMk id="22" creationId="{868C7372-F60E-5492-B4DE-84F31D383F67}"/>
          </ac:spMkLst>
        </pc:spChg>
        <pc:spChg chg="mod">
          <ac:chgData name="Sydney Austin" userId="cc085d41b8b4e11c" providerId="LiveId" clId="{DC02ECA7-D802-4442-B450-A77406BD7962}" dt="2025-11-16T17:58:52.965" v="35"/>
          <ac:spMkLst>
            <pc:docMk/>
            <pc:sldMk cId="175490889" sldId="258"/>
            <ac:spMk id="24" creationId="{B5014D1D-46EE-08EB-EEA2-5B867A74FC50}"/>
          </ac:spMkLst>
        </pc:spChg>
        <pc:spChg chg="add mod">
          <ac:chgData name="Sydney Austin" userId="cc085d41b8b4e11c" providerId="LiveId" clId="{DC02ECA7-D802-4442-B450-A77406BD7962}" dt="2025-11-16T17:58:50.967" v="34"/>
          <ac:spMkLst>
            <pc:docMk/>
            <pc:sldMk cId="175490889" sldId="258"/>
            <ac:spMk id="26" creationId="{C3436043-03F2-D9B7-1749-B7439F013FA1}"/>
          </ac:spMkLst>
        </pc:spChg>
        <pc:spChg chg="add mod">
          <ac:chgData name="Sydney Austin" userId="cc085d41b8b4e11c" providerId="LiveId" clId="{DC02ECA7-D802-4442-B450-A77406BD7962}" dt="2025-11-16T17:58:50.967" v="34"/>
          <ac:spMkLst>
            <pc:docMk/>
            <pc:sldMk cId="175490889" sldId="258"/>
            <ac:spMk id="27" creationId="{2C18ACBC-CFBD-B79F-ED95-B0FBFB0B59D0}"/>
          </ac:spMkLst>
        </pc:spChg>
        <pc:spChg chg="mod">
          <ac:chgData name="Sydney Austin" userId="cc085d41b8b4e11c" providerId="LiveId" clId="{DC02ECA7-D802-4442-B450-A77406BD7962}" dt="2025-11-16T17:58:52.965" v="35"/>
          <ac:spMkLst>
            <pc:docMk/>
            <pc:sldMk cId="175490889" sldId="258"/>
            <ac:spMk id="29" creationId="{D95ADA91-15FE-8719-618C-09B7EAE93CAF}"/>
          </ac:spMkLst>
        </pc:spChg>
        <pc:spChg chg="mod">
          <ac:chgData name="Sydney Austin" userId="cc085d41b8b4e11c" providerId="LiveId" clId="{DC02ECA7-D802-4442-B450-A77406BD7962}" dt="2025-11-16T17:58:52.965" v="35"/>
          <ac:spMkLst>
            <pc:docMk/>
            <pc:sldMk cId="175490889" sldId="258"/>
            <ac:spMk id="31" creationId="{1A82727C-5386-55B5-5E6C-834B9C7849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6302-C217-3D1D-4D5D-07651CDC2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2A4B39-D9EC-ACFB-A36A-38942448D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2D190-666C-D55F-C164-72865C1D5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23E-AF28-4169-B39A-DE5973A8ABB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B2526-E2A9-739A-E592-3B4D4E6E1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CD668-A1D9-FA22-B9D0-FC98DCE48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9332F-F616-4B84-90E3-0B3BFB7D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3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DB55A-9BE4-DEE4-FC46-F1AF5728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E6800-A0BA-3572-7BD9-B04A3F3BC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0842A-EA1E-25D3-C89E-B0F5E7A3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23E-AF28-4169-B39A-DE5973A8ABB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3639C-DBFC-16C8-47F6-E25B1778F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C7EFF-F2AC-BC35-92BC-8D9953B51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9332F-F616-4B84-90E3-0B3BFB7D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4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09197-E5D5-85B4-BCA4-EEA0FD3E3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5EB17-70AE-9C5C-B8B3-6B12A4FBB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FF10D-09E6-661F-04B6-58FDE487D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23E-AF28-4169-B39A-DE5973A8ABB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28A9-3B48-E13F-C292-47AC59213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14EE2-F4B0-135F-27BF-27982984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9332F-F616-4B84-90E3-0B3BFB7D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3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0A9E-3531-2CC2-71EF-A21C6D9C6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0E1EF-764A-E9E6-5E8E-9AC147362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78FBE-68AC-B131-6E7D-537C714C6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3B67D-8685-72B0-0A42-5519F490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23E-AF28-4169-B39A-DE5973A8ABB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41E6A-E902-B0E3-C139-35B01B71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A0324-1453-87B8-F5DE-663F0F5CA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9332F-F616-4B84-90E3-0B3BFB7D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74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4227-4373-B42E-8254-9669D731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9B0FE-EC0F-12E1-61B0-E3D89E405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5E45E-4CBE-BBA4-7AFC-313B3E5CC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8D93D-AFCE-2E4F-3EC2-C8DF2FB2FB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1D5E5-10B4-B15B-77F3-CD81B3C8B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87971E-9B55-B971-1793-4DDADA3BA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23E-AF28-4169-B39A-DE5973A8ABB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62E2C4-AF0A-CCE6-6D62-23F9FDF78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7AE2AC-0A04-506C-F7A8-FE3A8BD18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9332F-F616-4B84-90E3-0B3BFB7D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85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AA6A4-FDDE-B917-8EE3-8F26A31C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7BAD0-036C-537A-20AD-79EBDB7F4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23E-AF28-4169-B39A-DE5973A8ABB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DBEB6-0FB0-06BD-BD3F-AFF16C97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D1865-C383-53C3-EF56-E5D05DFD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9332F-F616-4B84-90E3-0B3BFB7D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3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19E160-F13D-EABA-AF78-1DCF9D690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23E-AF28-4169-B39A-DE5973A8ABB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7F0930-E034-7B83-82A1-C53FF18E1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524BC-985B-38C7-4E5F-625F105A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9332F-F616-4B84-90E3-0B3BFB7D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07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A2BAF-D708-4061-F985-59399D6DB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5C0F4-7EFB-C9E6-DB8D-33E9F3871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CD641-F0BF-045E-BBE9-5FF691CAD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D3E54-77A7-70CE-269D-7B51801FD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23E-AF28-4169-B39A-DE5973A8ABB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F4D04-0D9C-7084-0A91-9B3036360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07725-2C08-0D8F-F6C1-321F06CAC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9332F-F616-4B84-90E3-0B3BFB7D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0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0131-8B8C-7749-80FE-FA11D14C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9DE1C-FAD1-F383-A006-78B88F275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9640B-6520-629A-B011-3C6EFAA80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AF332-2CAD-6DF1-982A-AF0F3738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23E-AF28-4169-B39A-DE5973A8ABB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35874-D463-F718-67AC-CAD47754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3A7ED-877B-AA38-0442-39D29C99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9332F-F616-4B84-90E3-0B3BFB7D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8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4AB54-7536-7865-2059-DC36DBDC3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3DA5E-0570-F87B-7C3F-847E32088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8B9D7-4A49-F90F-FD1F-84E41CDD8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23E-AF28-4169-B39A-DE5973A8ABB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78767-2B89-1EA3-E8D7-780216605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DA056-7430-BCA4-C27F-8FEC204E8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9332F-F616-4B84-90E3-0B3BFB7D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87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42DCAC-65F8-2840-F72C-57B0398CB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238E20-09BB-FB56-BC80-F593A9EAF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3F6D9-5C1D-3194-ABF7-77849D21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1B23E-AF28-4169-B39A-DE5973A8ABB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D95F0-1405-DEAD-12FB-46FB25BB4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1EAF0-ACA0-1942-6AEF-B463D4248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9332F-F616-4B84-90E3-0B3BFB7D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55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011BCE-2E70-BA99-0267-583D75E9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B04A4-DBFF-1511-C0D0-D5FD9BE4C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358ED-3FFA-1AD2-4833-9C5893454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1B23E-AF28-4169-B39A-DE5973A8ABB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32C7A-FC6E-80D1-44B9-844ACDBE3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51F4F-7E0D-5DBB-CDAF-F3F6EEA37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9332F-F616-4B84-90E3-0B3BFB7D8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7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3836-5306-E43A-44A8-5D230B023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9F059-6FFC-9CDF-F9A8-F101A8907B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40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90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02575-900E-4F54-604F-07B59455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Trash Simulation </a:t>
            </a:r>
            <a:r>
              <a:rPr lang="en-US" dirty="0" err="1"/>
              <a:t>Paremeters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978167-6322-BEE7-E113-997220A11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8472" y="1894756"/>
            <a:ext cx="7528843" cy="344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164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Trash Simulation Paremeters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Sydney Austin</dc:creator>
  <cp:lastModifiedBy>Sydney Austin</cp:lastModifiedBy>
  <cp:revision>1</cp:revision>
  <dcterms:created xsi:type="dcterms:W3CDTF">2025-11-16T17:47:54Z</dcterms:created>
  <dcterms:modified xsi:type="dcterms:W3CDTF">2025-11-16T17:59:00Z</dcterms:modified>
</cp:coreProperties>
</file>